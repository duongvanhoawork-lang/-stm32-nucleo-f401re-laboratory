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 Bold" charset="1" panose="020F0702030404030204"/>
      <p:regular r:id="rId11"/>
    </p:embeddedFont>
    <p:embeddedFont>
      <p:font typeface="Calibri (MS)" charset="1" panose="020F0502020204030204"/>
      <p:regular r:id="rId12"/>
    </p:embeddedFont>
    <p:embeddedFont>
      <p:font typeface="Calibri (MS) Italics" charset="1" panose="020F05020202040A0204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2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3827783"/>
            <a:ext cx="18313403" cy="2768603"/>
            <a:chOff x="0" y="0"/>
            <a:chExt cx="24417871" cy="3691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3657600"/>
            </a:xfrm>
            <a:custGeom>
              <a:avLst/>
              <a:gdLst/>
              <a:ahLst/>
              <a:cxnLst/>
              <a:rect r="r" b="b" t="t" l="l"/>
              <a:pathLst>
                <a:path h="365760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0D47A1">
                <a:alpha val="2000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3691382"/>
            </a:xfrm>
            <a:custGeom>
              <a:avLst/>
              <a:gdLst/>
              <a:ahLst/>
              <a:cxnLst/>
              <a:rect r="r" b="b" t="t" l="l"/>
              <a:pathLst>
                <a:path h="36913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3674491"/>
                  </a:lnTo>
                  <a:cubicBezTo>
                    <a:pt x="24417782" y="3683889"/>
                    <a:pt x="24410163" y="3691382"/>
                    <a:pt x="24400890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24400890" y="3657600"/>
                  </a:lnTo>
                  <a:lnTo>
                    <a:pt x="24400890" y="3674491"/>
                  </a:lnTo>
                  <a:lnTo>
                    <a:pt x="24384000" y="367449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194560"/>
            <a:ext cx="16459200" cy="2011680"/>
            <a:chOff x="0" y="0"/>
            <a:chExt cx="21945600" cy="2682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423" r="0" b="-10942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71450"/>
              <a:ext cx="21945600" cy="2853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b="true" sz="8800" spc="1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STM32 Bluetooth Car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4389120"/>
            <a:ext cx="16459200" cy="1133856"/>
            <a:chOff x="0" y="0"/>
            <a:chExt cx="21945600" cy="1511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2847" r="0" b="-23284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1945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90CA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Circuit Diagram &amp; System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5943600"/>
            <a:ext cx="16459200" cy="731520"/>
            <a:chOff x="0" y="0"/>
            <a:chExt cx="219456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i="true">
                  <a:solidFill>
                    <a:srgbClr val="546E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NUCLEO-F401RE  ·  L298N Motor Driver  ·  HC-05 Bluetooth  ·  4× DC Motors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96263" y="7302503"/>
            <a:ext cx="2585723" cy="665483"/>
            <a:chOff x="0" y="0"/>
            <a:chExt cx="3447631" cy="8873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3288284" y="0"/>
                  </a:lnTo>
                  <a:cubicBezTo>
                    <a:pt x="3357626" y="0"/>
                    <a:pt x="3413760" y="54610"/>
                    <a:pt x="3413760" y="121920"/>
                  </a:cubicBezTo>
                  <a:lnTo>
                    <a:pt x="3413760" y="731520"/>
                  </a:lnTo>
                  <a:cubicBezTo>
                    <a:pt x="3413760" y="798830"/>
                    <a:pt x="3357626" y="853440"/>
                    <a:pt x="3288284" y="853440"/>
                  </a:cubicBezTo>
                  <a:lnTo>
                    <a:pt x="125603" y="853440"/>
                  </a:lnTo>
                  <a:cubicBezTo>
                    <a:pt x="56261" y="853440"/>
                    <a:pt x="127" y="798830"/>
                    <a:pt x="127" y="731520"/>
                  </a:cubicBez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47669" cy="887222"/>
            </a:xfrm>
            <a:custGeom>
              <a:avLst/>
              <a:gdLst/>
              <a:ahLst/>
              <a:cxnLst/>
              <a:rect r="r" b="b" t="t" l="l"/>
              <a:pathLst>
                <a:path h="887222" w="344766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3305175" y="0"/>
                  </a:lnTo>
                  <a:lnTo>
                    <a:pt x="3305175" y="16891"/>
                  </a:lnTo>
                  <a:lnTo>
                    <a:pt x="3305175" y="0"/>
                  </a:lnTo>
                  <a:cubicBezTo>
                    <a:pt x="3383407" y="0"/>
                    <a:pt x="3447669" y="61722"/>
                    <a:pt x="3447669" y="138811"/>
                  </a:cubicBezTo>
                  <a:lnTo>
                    <a:pt x="3430778" y="138811"/>
                  </a:lnTo>
                  <a:lnTo>
                    <a:pt x="3447669" y="138811"/>
                  </a:lnTo>
                  <a:lnTo>
                    <a:pt x="3447669" y="748411"/>
                  </a:lnTo>
                  <a:lnTo>
                    <a:pt x="3430778" y="748411"/>
                  </a:lnTo>
                  <a:lnTo>
                    <a:pt x="3447669" y="748411"/>
                  </a:lnTo>
                  <a:cubicBezTo>
                    <a:pt x="3447669" y="825500"/>
                    <a:pt x="3383407" y="887222"/>
                    <a:pt x="3305175" y="887222"/>
                  </a:cubicBezTo>
                  <a:lnTo>
                    <a:pt x="3305175" y="870331"/>
                  </a:lnTo>
                  <a:lnTo>
                    <a:pt x="3305175" y="887222"/>
                  </a:lnTo>
                  <a:lnTo>
                    <a:pt x="142494" y="887222"/>
                  </a:lnTo>
                  <a:lnTo>
                    <a:pt x="142494" y="870331"/>
                  </a:lnTo>
                  <a:lnTo>
                    <a:pt x="142494" y="887222"/>
                  </a:lnTo>
                  <a:cubicBezTo>
                    <a:pt x="64262" y="887349"/>
                    <a:pt x="0" y="825627"/>
                    <a:pt x="0" y="74841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05942"/>
                    <a:pt x="82042" y="853440"/>
                    <a:pt x="142494" y="853440"/>
                  </a:cubicBezTo>
                  <a:lnTo>
                    <a:pt x="3305175" y="853440"/>
                  </a:lnTo>
                  <a:cubicBezTo>
                    <a:pt x="3365627" y="853440"/>
                    <a:pt x="3413760" y="805942"/>
                    <a:pt x="3413760" y="748411"/>
                  </a:cubicBezTo>
                  <a:lnTo>
                    <a:pt x="3413760" y="138811"/>
                  </a:lnTo>
                  <a:cubicBezTo>
                    <a:pt x="3413760" y="81280"/>
                    <a:pt x="3365627" y="33782"/>
                    <a:pt x="330517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0D47A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108960" y="7315200"/>
            <a:ext cx="2560320" cy="640080"/>
            <a:chOff x="0" y="0"/>
            <a:chExt cx="341376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413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mbed C++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05223" y="7302503"/>
            <a:ext cx="2585723" cy="665483"/>
            <a:chOff x="0" y="0"/>
            <a:chExt cx="3447631" cy="887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3288284" y="0"/>
                  </a:lnTo>
                  <a:cubicBezTo>
                    <a:pt x="3357626" y="0"/>
                    <a:pt x="3413760" y="54610"/>
                    <a:pt x="3413760" y="121920"/>
                  </a:cubicBezTo>
                  <a:lnTo>
                    <a:pt x="3413760" y="731520"/>
                  </a:lnTo>
                  <a:cubicBezTo>
                    <a:pt x="3413760" y="798830"/>
                    <a:pt x="3357626" y="853440"/>
                    <a:pt x="3288284" y="853440"/>
                  </a:cubicBezTo>
                  <a:lnTo>
                    <a:pt x="125603" y="853440"/>
                  </a:lnTo>
                  <a:cubicBezTo>
                    <a:pt x="56261" y="853440"/>
                    <a:pt x="127" y="798830"/>
                    <a:pt x="127" y="731520"/>
                  </a:cubicBezTo>
                  <a:close/>
                </a:path>
              </a:pathLst>
            </a:custGeom>
            <a:solidFill>
              <a:srgbClr val="4527A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47669" cy="887222"/>
            </a:xfrm>
            <a:custGeom>
              <a:avLst/>
              <a:gdLst/>
              <a:ahLst/>
              <a:cxnLst/>
              <a:rect r="r" b="b" t="t" l="l"/>
              <a:pathLst>
                <a:path h="887222" w="344766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3305175" y="0"/>
                  </a:lnTo>
                  <a:lnTo>
                    <a:pt x="3305175" y="16891"/>
                  </a:lnTo>
                  <a:lnTo>
                    <a:pt x="3305175" y="0"/>
                  </a:lnTo>
                  <a:cubicBezTo>
                    <a:pt x="3383407" y="0"/>
                    <a:pt x="3447669" y="61722"/>
                    <a:pt x="3447669" y="138811"/>
                  </a:cubicBezTo>
                  <a:lnTo>
                    <a:pt x="3430778" y="138811"/>
                  </a:lnTo>
                  <a:lnTo>
                    <a:pt x="3447669" y="138811"/>
                  </a:lnTo>
                  <a:lnTo>
                    <a:pt x="3447669" y="748411"/>
                  </a:lnTo>
                  <a:lnTo>
                    <a:pt x="3430778" y="748411"/>
                  </a:lnTo>
                  <a:lnTo>
                    <a:pt x="3447669" y="748411"/>
                  </a:lnTo>
                  <a:cubicBezTo>
                    <a:pt x="3447669" y="825500"/>
                    <a:pt x="3383407" y="887222"/>
                    <a:pt x="3305175" y="887222"/>
                  </a:cubicBezTo>
                  <a:lnTo>
                    <a:pt x="3305175" y="870331"/>
                  </a:lnTo>
                  <a:lnTo>
                    <a:pt x="3305175" y="887222"/>
                  </a:lnTo>
                  <a:lnTo>
                    <a:pt x="142494" y="887222"/>
                  </a:lnTo>
                  <a:lnTo>
                    <a:pt x="142494" y="870331"/>
                  </a:lnTo>
                  <a:lnTo>
                    <a:pt x="142494" y="887222"/>
                  </a:lnTo>
                  <a:cubicBezTo>
                    <a:pt x="64262" y="887349"/>
                    <a:pt x="0" y="825627"/>
                    <a:pt x="0" y="74841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05942"/>
                    <a:pt x="82042" y="853440"/>
                    <a:pt x="142494" y="853440"/>
                  </a:cubicBezTo>
                  <a:lnTo>
                    <a:pt x="3305175" y="853440"/>
                  </a:lnTo>
                  <a:cubicBezTo>
                    <a:pt x="3365627" y="853440"/>
                    <a:pt x="3413760" y="805942"/>
                    <a:pt x="3413760" y="748411"/>
                  </a:cubicBezTo>
                  <a:lnTo>
                    <a:pt x="3413760" y="138811"/>
                  </a:lnTo>
                  <a:cubicBezTo>
                    <a:pt x="3413760" y="81280"/>
                    <a:pt x="3365627" y="33782"/>
                    <a:pt x="330517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4527A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217920" y="7315200"/>
            <a:ext cx="2560320" cy="640080"/>
            <a:chOff x="0" y="0"/>
            <a:chExt cx="341376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413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UART 9600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14183" y="7302503"/>
            <a:ext cx="2585723" cy="665483"/>
            <a:chOff x="0" y="0"/>
            <a:chExt cx="3447631" cy="887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3288284" y="0"/>
                  </a:lnTo>
                  <a:cubicBezTo>
                    <a:pt x="3357626" y="0"/>
                    <a:pt x="3413760" y="54610"/>
                    <a:pt x="3413760" y="121920"/>
                  </a:cubicBezTo>
                  <a:lnTo>
                    <a:pt x="3413760" y="731520"/>
                  </a:lnTo>
                  <a:cubicBezTo>
                    <a:pt x="3413760" y="798830"/>
                    <a:pt x="3357626" y="853440"/>
                    <a:pt x="3288284" y="853440"/>
                  </a:cubicBezTo>
                  <a:lnTo>
                    <a:pt x="125603" y="853440"/>
                  </a:lnTo>
                  <a:cubicBezTo>
                    <a:pt x="56261" y="853440"/>
                    <a:pt x="127" y="798830"/>
                    <a:pt x="127" y="731520"/>
                  </a:cubicBezTo>
                  <a:close/>
                </a:path>
              </a:pathLst>
            </a:custGeom>
            <a:solidFill>
              <a:srgbClr val="00606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47669" cy="887222"/>
            </a:xfrm>
            <a:custGeom>
              <a:avLst/>
              <a:gdLst/>
              <a:ahLst/>
              <a:cxnLst/>
              <a:rect r="r" b="b" t="t" l="l"/>
              <a:pathLst>
                <a:path h="887222" w="344766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3305175" y="0"/>
                  </a:lnTo>
                  <a:lnTo>
                    <a:pt x="3305175" y="16891"/>
                  </a:lnTo>
                  <a:lnTo>
                    <a:pt x="3305175" y="0"/>
                  </a:lnTo>
                  <a:cubicBezTo>
                    <a:pt x="3383407" y="0"/>
                    <a:pt x="3447669" y="61722"/>
                    <a:pt x="3447669" y="138811"/>
                  </a:cubicBezTo>
                  <a:lnTo>
                    <a:pt x="3430778" y="138811"/>
                  </a:lnTo>
                  <a:lnTo>
                    <a:pt x="3447669" y="138811"/>
                  </a:lnTo>
                  <a:lnTo>
                    <a:pt x="3447669" y="748411"/>
                  </a:lnTo>
                  <a:lnTo>
                    <a:pt x="3430778" y="748411"/>
                  </a:lnTo>
                  <a:lnTo>
                    <a:pt x="3447669" y="748411"/>
                  </a:lnTo>
                  <a:cubicBezTo>
                    <a:pt x="3447669" y="825500"/>
                    <a:pt x="3383407" y="887222"/>
                    <a:pt x="3305175" y="887222"/>
                  </a:cubicBezTo>
                  <a:lnTo>
                    <a:pt x="3305175" y="870331"/>
                  </a:lnTo>
                  <a:lnTo>
                    <a:pt x="3305175" y="887222"/>
                  </a:lnTo>
                  <a:lnTo>
                    <a:pt x="142494" y="887222"/>
                  </a:lnTo>
                  <a:lnTo>
                    <a:pt x="142494" y="870331"/>
                  </a:lnTo>
                  <a:lnTo>
                    <a:pt x="142494" y="887222"/>
                  </a:lnTo>
                  <a:cubicBezTo>
                    <a:pt x="64262" y="887349"/>
                    <a:pt x="0" y="825627"/>
                    <a:pt x="0" y="74841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05942"/>
                    <a:pt x="82042" y="853440"/>
                    <a:pt x="142494" y="853440"/>
                  </a:cubicBezTo>
                  <a:lnTo>
                    <a:pt x="3305175" y="853440"/>
                  </a:lnTo>
                  <a:cubicBezTo>
                    <a:pt x="3365627" y="853440"/>
                    <a:pt x="3413760" y="805942"/>
                    <a:pt x="3413760" y="748411"/>
                  </a:cubicBezTo>
                  <a:lnTo>
                    <a:pt x="3413760" y="138811"/>
                  </a:lnTo>
                  <a:cubicBezTo>
                    <a:pt x="3413760" y="81280"/>
                    <a:pt x="3365627" y="33782"/>
                    <a:pt x="330517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00606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26880" y="7315200"/>
            <a:ext cx="2560320" cy="640080"/>
            <a:chOff x="0" y="0"/>
            <a:chExt cx="341376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413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PWM 1kHz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23143" y="7302503"/>
            <a:ext cx="2585723" cy="665483"/>
            <a:chOff x="0" y="0"/>
            <a:chExt cx="3447631" cy="8873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3288284" y="0"/>
                  </a:lnTo>
                  <a:cubicBezTo>
                    <a:pt x="3357626" y="0"/>
                    <a:pt x="3413760" y="54610"/>
                    <a:pt x="3413760" y="121920"/>
                  </a:cubicBezTo>
                  <a:lnTo>
                    <a:pt x="3413760" y="731520"/>
                  </a:lnTo>
                  <a:cubicBezTo>
                    <a:pt x="3413760" y="798830"/>
                    <a:pt x="3357626" y="853440"/>
                    <a:pt x="3288284" y="853440"/>
                  </a:cubicBezTo>
                  <a:lnTo>
                    <a:pt x="125603" y="853440"/>
                  </a:lnTo>
                  <a:cubicBezTo>
                    <a:pt x="56261" y="853440"/>
                    <a:pt x="127" y="798830"/>
                    <a:pt x="127" y="731520"/>
                  </a:cubicBezTo>
                  <a:close/>
                </a:path>
              </a:pathLst>
            </a:custGeom>
            <a:solidFill>
              <a:srgbClr val="3E272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47669" cy="887222"/>
            </a:xfrm>
            <a:custGeom>
              <a:avLst/>
              <a:gdLst/>
              <a:ahLst/>
              <a:cxnLst/>
              <a:rect r="r" b="b" t="t" l="l"/>
              <a:pathLst>
                <a:path h="887222" w="344766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3305175" y="0"/>
                  </a:lnTo>
                  <a:lnTo>
                    <a:pt x="3305175" y="16891"/>
                  </a:lnTo>
                  <a:lnTo>
                    <a:pt x="3305175" y="0"/>
                  </a:lnTo>
                  <a:cubicBezTo>
                    <a:pt x="3383407" y="0"/>
                    <a:pt x="3447669" y="61722"/>
                    <a:pt x="3447669" y="138811"/>
                  </a:cubicBezTo>
                  <a:lnTo>
                    <a:pt x="3430778" y="138811"/>
                  </a:lnTo>
                  <a:lnTo>
                    <a:pt x="3447669" y="138811"/>
                  </a:lnTo>
                  <a:lnTo>
                    <a:pt x="3447669" y="748411"/>
                  </a:lnTo>
                  <a:lnTo>
                    <a:pt x="3430778" y="748411"/>
                  </a:lnTo>
                  <a:lnTo>
                    <a:pt x="3447669" y="748411"/>
                  </a:lnTo>
                  <a:cubicBezTo>
                    <a:pt x="3447669" y="825500"/>
                    <a:pt x="3383407" y="887222"/>
                    <a:pt x="3305175" y="887222"/>
                  </a:cubicBezTo>
                  <a:lnTo>
                    <a:pt x="3305175" y="870331"/>
                  </a:lnTo>
                  <a:lnTo>
                    <a:pt x="3305175" y="887222"/>
                  </a:lnTo>
                  <a:lnTo>
                    <a:pt x="142494" y="887222"/>
                  </a:lnTo>
                  <a:lnTo>
                    <a:pt x="142494" y="870331"/>
                  </a:lnTo>
                  <a:lnTo>
                    <a:pt x="142494" y="887222"/>
                  </a:lnTo>
                  <a:cubicBezTo>
                    <a:pt x="64262" y="887349"/>
                    <a:pt x="0" y="825627"/>
                    <a:pt x="0" y="748411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748411"/>
                  </a:lnTo>
                  <a:lnTo>
                    <a:pt x="16891" y="748411"/>
                  </a:lnTo>
                  <a:lnTo>
                    <a:pt x="33909" y="748411"/>
                  </a:lnTo>
                  <a:cubicBezTo>
                    <a:pt x="33909" y="805942"/>
                    <a:pt x="82042" y="853440"/>
                    <a:pt x="142494" y="853440"/>
                  </a:cubicBezTo>
                  <a:lnTo>
                    <a:pt x="3305175" y="853440"/>
                  </a:lnTo>
                  <a:cubicBezTo>
                    <a:pt x="3365627" y="853440"/>
                    <a:pt x="3413760" y="805942"/>
                    <a:pt x="3413760" y="748411"/>
                  </a:cubicBezTo>
                  <a:lnTo>
                    <a:pt x="3413760" y="138811"/>
                  </a:lnTo>
                  <a:cubicBezTo>
                    <a:pt x="3413760" y="81280"/>
                    <a:pt x="3365627" y="33782"/>
                    <a:pt x="330517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3E272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35840" y="7315200"/>
            <a:ext cx="2560320" cy="640080"/>
            <a:chOff x="0" y="0"/>
            <a:chExt cx="341376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4137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H-Bridge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9326880"/>
            <a:ext cx="16459200" cy="548640"/>
            <a:chOff x="0" y="0"/>
            <a:chExt cx="219456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7474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Embedded Systems Assignment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3699711" y="132757"/>
            <a:ext cx="4229944" cy="1189672"/>
          </a:xfrm>
          <a:custGeom>
            <a:avLst/>
            <a:gdLst/>
            <a:ahLst/>
            <a:cxnLst/>
            <a:rect r="r" b="b" t="t" l="l"/>
            <a:pathLst>
              <a:path h="1189672" w="4229944">
                <a:moveTo>
                  <a:pt x="0" y="0"/>
                </a:moveTo>
                <a:lnTo>
                  <a:pt x="4229944" y="0"/>
                </a:lnTo>
                <a:lnTo>
                  <a:pt x="4229944" y="1189672"/>
                </a:lnTo>
                <a:lnTo>
                  <a:pt x="0" y="1189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3229" y="3402714"/>
            <a:ext cx="9951599" cy="467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0606" indent="-480303" lvl="1">
              <a:lnSpc>
                <a:spcPts val="6229"/>
              </a:lnSpc>
              <a:buFont typeface="Arial"/>
              <a:buChar char="•"/>
            </a:pPr>
            <a:r>
              <a:rPr lang="en-US" b="true" sz="4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CS200558 - Duong Van Hoa</a:t>
            </a:r>
          </a:p>
          <a:p>
            <a:pPr algn="l" marL="960606" indent="-480303" lvl="1">
              <a:lnSpc>
                <a:spcPts val="6229"/>
              </a:lnSpc>
              <a:buFont typeface="Arial"/>
              <a:buChar char="•"/>
            </a:pPr>
            <a:r>
              <a:rPr lang="en-US" b="true" sz="4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CE200171 - Nguyen Nhu Van Anh</a:t>
            </a:r>
          </a:p>
          <a:p>
            <a:pPr algn="l" marL="960606" indent="-480303" lvl="1">
              <a:lnSpc>
                <a:spcPts val="6229"/>
              </a:lnSpc>
              <a:buFont typeface="Arial"/>
              <a:buChar char="•"/>
            </a:pPr>
            <a:r>
              <a:rPr lang="en-US" b="true" sz="4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CE200046 - Nguyen Gia Thuan</a:t>
            </a:r>
          </a:p>
          <a:p>
            <a:pPr algn="l" marL="960606" indent="-480303" lvl="1">
              <a:lnSpc>
                <a:spcPts val="6229"/>
              </a:lnSpc>
              <a:buFont typeface="Arial"/>
              <a:buChar char="•"/>
            </a:pPr>
            <a:r>
              <a:rPr lang="en-US" b="true" sz="4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CE200736 - Nguyen Quoc Kiet </a:t>
            </a:r>
          </a:p>
          <a:p>
            <a:pPr algn="l" marL="960606" indent="-480303" lvl="1">
              <a:lnSpc>
                <a:spcPts val="6229"/>
              </a:lnSpc>
              <a:buFont typeface="Arial"/>
              <a:buChar char="•"/>
            </a:pPr>
            <a:r>
              <a:rPr lang="en-US" b="true" sz="4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CE200509 - Le Hieu Dat</a:t>
            </a:r>
          </a:p>
          <a:p>
            <a:pPr algn="l">
              <a:lnSpc>
                <a:spcPts val="622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333229" y="1275649"/>
            <a:ext cx="8991012" cy="141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2"/>
              </a:lnSpc>
            </a:pPr>
            <a:r>
              <a:rPr lang="en-US" sz="823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08870" y="8383039"/>
            <a:ext cx="8070260" cy="87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63"/>
              </a:lnSpc>
            </a:pPr>
            <a:r>
              <a:rPr lang="en-US" sz="51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Mentor: Tran Ngoc Hoang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99711" y="132757"/>
            <a:ext cx="4229944" cy="1189672"/>
          </a:xfrm>
          <a:custGeom>
            <a:avLst/>
            <a:gdLst/>
            <a:ahLst/>
            <a:cxnLst/>
            <a:rect r="r" b="b" t="t" l="l"/>
            <a:pathLst>
              <a:path h="1189672" w="4229944">
                <a:moveTo>
                  <a:pt x="0" y="0"/>
                </a:moveTo>
                <a:lnTo>
                  <a:pt x="4229944" y="0"/>
                </a:lnTo>
                <a:lnTo>
                  <a:pt x="4229944" y="1189672"/>
                </a:lnTo>
                <a:lnTo>
                  <a:pt x="0" y="118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7806578" y="6789826"/>
            <a:ext cx="2424851" cy="2304763"/>
          </a:xfrm>
          <a:custGeom>
            <a:avLst/>
            <a:gdLst/>
            <a:ahLst/>
            <a:cxnLst/>
            <a:rect r="r" b="b" t="t" l="l"/>
            <a:pathLst>
              <a:path h="2304763" w="2424851">
                <a:moveTo>
                  <a:pt x="0" y="0"/>
                </a:moveTo>
                <a:lnTo>
                  <a:pt x="2424851" y="0"/>
                </a:lnTo>
                <a:lnTo>
                  <a:pt x="2424851" y="2304763"/>
                </a:lnTo>
                <a:lnTo>
                  <a:pt x="0" y="2304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9885" t="0" r="-69663" b="-55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32743" y="5514975"/>
            <a:ext cx="5322652" cy="3640430"/>
            <a:chOff x="0" y="0"/>
            <a:chExt cx="7096870" cy="4853907"/>
          </a:xfrm>
        </p:grpSpPr>
        <p:sp>
          <p:nvSpPr>
            <p:cNvPr name="AutoShape 4" id="4"/>
            <p:cNvSpPr/>
            <p:nvPr/>
          </p:nvSpPr>
          <p:spPr>
            <a:xfrm flipV="true">
              <a:off x="180" y="2951525"/>
              <a:ext cx="3589080" cy="25400"/>
            </a:xfrm>
            <a:prstGeom prst="line">
              <a:avLst/>
            </a:prstGeom>
            <a:ln cap="flat" w="50800">
              <a:solidFill>
                <a:srgbClr val="1B5E2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3589259" y="1024947"/>
              <a:ext cx="0" cy="2903107"/>
            </a:xfrm>
            <a:prstGeom prst="line">
              <a:avLst/>
            </a:prstGeom>
            <a:ln cap="flat" w="50800">
              <a:solidFill>
                <a:srgbClr val="1B5E2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3866342" y="876600"/>
              <a:ext cx="0" cy="2842041"/>
            </a:xfrm>
            <a:prstGeom prst="line">
              <a:avLst/>
            </a:prstGeom>
            <a:ln cap="flat" w="50800">
              <a:solidFill>
                <a:srgbClr val="F9D84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3589259" y="3900673"/>
              <a:ext cx="501455" cy="0"/>
            </a:xfrm>
            <a:prstGeom prst="line">
              <a:avLst/>
            </a:prstGeom>
            <a:ln cap="flat" w="50800">
              <a:solidFill>
                <a:srgbClr val="1B5E2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3866342" y="3718641"/>
              <a:ext cx="276903" cy="0"/>
            </a:xfrm>
            <a:prstGeom prst="line">
              <a:avLst/>
            </a:prstGeom>
            <a:ln cap="flat" w="50800">
              <a:solidFill>
                <a:srgbClr val="F9D84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9" id="9"/>
            <p:cNvSpPr/>
            <p:nvPr/>
          </p:nvSpPr>
          <p:spPr>
            <a:xfrm flipH="true" flipV="false" rot="-10800000">
              <a:off x="4090714" y="0"/>
              <a:ext cx="3006156" cy="1999094"/>
            </a:xfrm>
            <a:custGeom>
              <a:avLst/>
              <a:gdLst/>
              <a:ahLst/>
              <a:cxnLst/>
              <a:rect r="r" b="b" t="t" l="l"/>
              <a:pathLst>
                <a:path h="1999094" w="3006156">
                  <a:moveTo>
                    <a:pt x="3006156" y="0"/>
                  </a:moveTo>
                  <a:lnTo>
                    <a:pt x="0" y="0"/>
                  </a:lnTo>
                  <a:lnTo>
                    <a:pt x="0" y="1999094"/>
                  </a:lnTo>
                  <a:lnTo>
                    <a:pt x="3006156" y="1999094"/>
                  </a:lnTo>
                  <a:lnTo>
                    <a:pt x="300615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true" flipV="false" rot="-10800000">
              <a:off x="4090714" y="2854813"/>
              <a:ext cx="3006156" cy="1999094"/>
            </a:xfrm>
            <a:custGeom>
              <a:avLst/>
              <a:gdLst/>
              <a:ahLst/>
              <a:cxnLst/>
              <a:rect r="r" b="b" t="t" l="l"/>
              <a:pathLst>
                <a:path h="1999094" w="3006156">
                  <a:moveTo>
                    <a:pt x="3006156" y="0"/>
                  </a:moveTo>
                  <a:lnTo>
                    <a:pt x="0" y="0"/>
                  </a:lnTo>
                  <a:lnTo>
                    <a:pt x="0" y="1999094"/>
                  </a:lnTo>
                  <a:lnTo>
                    <a:pt x="3006156" y="1999094"/>
                  </a:lnTo>
                  <a:lnTo>
                    <a:pt x="300615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 flipV="true">
            <a:off x="9934885" y="7466516"/>
            <a:ext cx="2897614" cy="0"/>
          </a:xfrm>
          <a:prstGeom prst="line">
            <a:avLst/>
          </a:prstGeom>
          <a:ln cap="flat" w="38100">
            <a:solidFill>
              <a:srgbClr val="F9D8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252677" y="285834"/>
            <a:ext cx="5641283" cy="4551348"/>
          </a:xfrm>
          <a:custGeom>
            <a:avLst/>
            <a:gdLst/>
            <a:ahLst/>
            <a:cxnLst/>
            <a:rect r="r" b="b" t="t" l="l"/>
            <a:pathLst>
              <a:path h="4551348" w="5641283">
                <a:moveTo>
                  <a:pt x="0" y="0"/>
                </a:moveTo>
                <a:lnTo>
                  <a:pt x="5641283" y="0"/>
                </a:lnTo>
                <a:lnTo>
                  <a:pt x="5641283" y="4551348"/>
                </a:lnTo>
                <a:lnTo>
                  <a:pt x="0" y="4551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83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119002">
            <a:off x="11563853" y="1511282"/>
            <a:ext cx="3603498" cy="2657940"/>
          </a:xfrm>
          <a:custGeom>
            <a:avLst/>
            <a:gdLst/>
            <a:ahLst/>
            <a:cxnLst/>
            <a:rect r="r" b="b" t="t" l="l"/>
            <a:pathLst>
              <a:path h="2657940" w="3603498">
                <a:moveTo>
                  <a:pt x="0" y="0"/>
                </a:moveTo>
                <a:lnTo>
                  <a:pt x="3603498" y="0"/>
                </a:lnTo>
                <a:lnTo>
                  <a:pt x="3603498" y="2657940"/>
                </a:lnTo>
                <a:lnTo>
                  <a:pt x="0" y="2657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2069549" y="2036249"/>
            <a:ext cx="2003051" cy="3611057"/>
          </a:xfrm>
          <a:custGeom>
            <a:avLst/>
            <a:gdLst/>
            <a:ahLst/>
            <a:cxnLst/>
            <a:rect r="r" b="b" t="t" l="l"/>
            <a:pathLst>
              <a:path h="3611057" w="2003051">
                <a:moveTo>
                  <a:pt x="0" y="0"/>
                </a:moveTo>
                <a:lnTo>
                  <a:pt x="2003051" y="0"/>
                </a:lnTo>
                <a:lnTo>
                  <a:pt x="2003051" y="3611057"/>
                </a:lnTo>
                <a:lnTo>
                  <a:pt x="0" y="36110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>
            <a:off x="4876603" y="3202630"/>
            <a:ext cx="5705545" cy="1622536"/>
          </a:xfrm>
          <a:custGeom>
            <a:avLst/>
            <a:gdLst/>
            <a:ahLst/>
            <a:cxnLst/>
            <a:rect r="r" b="b" t="t" l="l"/>
            <a:pathLst>
              <a:path h="1622536" w="5705545">
                <a:moveTo>
                  <a:pt x="0" y="817347"/>
                </a:moveTo>
                <a:lnTo>
                  <a:pt x="1222172" y="817347"/>
                </a:lnTo>
                <a:cubicBezTo>
                  <a:pt x="1348424" y="817347"/>
                  <a:pt x="1450772" y="919695"/>
                  <a:pt x="1450772" y="1045947"/>
                </a:cubicBezTo>
                <a:lnTo>
                  <a:pt x="1450772" y="1393936"/>
                </a:lnTo>
                <a:cubicBezTo>
                  <a:pt x="1450772" y="1520188"/>
                  <a:pt x="1553119" y="1622536"/>
                  <a:pt x="1679372" y="1622536"/>
                </a:cubicBezTo>
                <a:lnTo>
                  <a:pt x="4196491" y="1622536"/>
                </a:lnTo>
                <a:cubicBezTo>
                  <a:pt x="4257120" y="1622536"/>
                  <a:pt x="4315265" y="1598451"/>
                  <a:pt x="4358136" y="1555581"/>
                </a:cubicBezTo>
                <a:cubicBezTo>
                  <a:pt x="4401007" y="1512710"/>
                  <a:pt x="4425091" y="1454564"/>
                  <a:pt x="4425091" y="1393936"/>
                </a:cubicBezTo>
                <a:lnTo>
                  <a:pt x="4425091" y="228600"/>
                </a:lnTo>
                <a:cubicBezTo>
                  <a:pt x="4425091" y="167972"/>
                  <a:pt x="4449176" y="109826"/>
                  <a:pt x="4492047" y="66955"/>
                </a:cubicBezTo>
                <a:cubicBezTo>
                  <a:pt x="4534917" y="24085"/>
                  <a:pt x="4593062" y="0"/>
                  <a:pt x="4653691" y="0"/>
                </a:cubicBezTo>
                <a:lnTo>
                  <a:pt x="5705545" y="0"/>
                </a:lnTo>
              </a:path>
            </a:pathLst>
          </a:custGeom>
          <a:ln cap="flat" w="38100">
            <a:solidFill>
              <a:srgbClr val="CD60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>
            <a:off x="4852717" y="4212715"/>
            <a:ext cx="5729431" cy="797017"/>
          </a:xfrm>
          <a:custGeom>
            <a:avLst/>
            <a:gdLst/>
            <a:ahLst/>
            <a:cxnLst/>
            <a:rect r="r" b="b" t="t" l="l"/>
            <a:pathLst>
              <a:path h="797017" w="5729431">
                <a:moveTo>
                  <a:pt x="0" y="19050"/>
                </a:moveTo>
                <a:lnTo>
                  <a:pt x="1135919" y="19050"/>
                </a:lnTo>
                <a:cubicBezTo>
                  <a:pt x="1262171" y="19050"/>
                  <a:pt x="1364519" y="121397"/>
                  <a:pt x="1364519" y="247650"/>
                </a:cubicBezTo>
                <a:lnTo>
                  <a:pt x="1364519" y="568416"/>
                </a:lnTo>
                <a:cubicBezTo>
                  <a:pt x="1364519" y="629045"/>
                  <a:pt x="1388603" y="687190"/>
                  <a:pt x="1431474" y="730061"/>
                </a:cubicBezTo>
                <a:cubicBezTo>
                  <a:pt x="1474345" y="772932"/>
                  <a:pt x="1532490" y="797016"/>
                  <a:pt x="1593119" y="797016"/>
                </a:cubicBezTo>
                <a:lnTo>
                  <a:pt x="4459605" y="797016"/>
                </a:lnTo>
                <a:cubicBezTo>
                  <a:pt x="4585857" y="797016"/>
                  <a:pt x="4688205" y="694669"/>
                  <a:pt x="4688205" y="568416"/>
                </a:cubicBezTo>
                <a:lnTo>
                  <a:pt x="4688205" y="228600"/>
                </a:lnTo>
                <a:cubicBezTo>
                  <a:pt x="4688205" y="102347"/>
                  <a:pt x="4790553" y="0"/>
                  <a:pt x="4916805" y="0"/>
                </a:cubicBezTo>
                <a:lnTo>
                  <a:pt x="5729431" y="0"/>
                </a:lnTo>
              </a:path>
            </a:pathLst>
          </a:custGeom>
          <a:ln cap="flat" w="38100">
            <a:solidFill>
              <a:srgbClr val="2D23E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>
            <a:off x="4852717" y="3007595"/>
            <a:ext cx="2729038" cy="638385"/>
          </a:xfrm>
          <a:custGeom>
            <a:avLst/>
            <a:gdLst/>
            <a:ahLst/>
            <a:cxnLst/>
            <a:rect r="r" b="b" t="t" l="l"/>
            <a:pathLst>
              <a:path h="638385" w="2729038">
                <a:moveTo>
                  <a:pt x="0" y="638384"/>
                </a:moveTo>
                <a:lnTo>
                  <a:pt x="1135919" y="638384"/>
                </a:lnTo>
                <a:cubicBezTo>
                  <a:pt x="1262171" y="638384"/>
                  <a:pt x="1364519" y="536037"/>
                  <a:pt x="1364519" y="409784"/>
                </a:cubicBezTo>
                <a:lnTo>
                  <a:pt x="1364519" y="228600"/>
                </a:lnTo>
                <a:cubicBezTo>
                  <a:pt x="1364519" y="102347"/>
                  <a:pt x="1466866" y="0"/>
                  <a:pt x="1593119" y="0"/>
                </a:cubicBezTo>
                <a:lnTo>
                  <a:pt x="2729037" y="0"/>
                </a:lnTo>
              </a:path>
            </a:pathLst>
          </a:custGeom>
          <a:ln cap="flat" w="38100">
            <a:solidFill>
              <a:srgbClr val="D830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>
            <a:off x="4852717" y="3132751"/>
            <a:ext cx="2729038" cy="718011"/>
          </a:xfrm>
          <a:custGeom>
            <a:avLst/>
            <a:gdLst/>
            <a:ahLst/>
            <a:cxnLst/>
            <a:rect r="r" b="b" t="t" l="l"/>
            <a:pathLst>
              <a:path h="718011" w="2729038">
                <a:moveTo>
                  <a:pt x="0" y="718012"/>
                </a:moveTo>
                <a:lnTo>
                  <a:pt x="1246058" y="718012"/>
                </a:lnTo>
                <a:cubicBezTo>
                  <a:pt x="1372310" y="718012"/>
                  <a:pt x="1474658" y="615664"/>
                  <a:pt x="1474658" y="489412"/>
                </a:cubicBezTo>
                <a:lnTo>
                  <a:pt x="1474658" y="228600"/>
                </a:lnTo>
                <a:cubicBezTo>
                  <a:pt x="1474658" y="167972"/>
                  <a:pt x="1498742" y="109826"/>
                  <a:pt x="1541613" y="66956"/>
                </a:cubicBezTo>
                <a:cubicBezTo>
                  <a:pt x="1584484" y="24085"/>
                  <a:pt x="1642629" y="0"/>
                  <a:pt x="1703258" y="0"/>
                </a:cubicBezTo>
                <a:lnTo>
                  <a:pt x="2729037" y="0"/>
                </a:lnTo>
              </a:path>
            </a:pathLst>
          </a:custGeom>
          <a:ln cap="flat" w="38100">
            <a:solidFill>
              <a:srgbClr val="2632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714635" y="5514975"/>
            <a:ext cx="5361915" cy="3640430"/>
            <a:chOff x="0" y="0"/>
            <a:chExt cx="7149220" cy="4853907"/>
          </a:xfrm>
        </p:grpSpPr>
        <p:sp>
          <p:nvSpPr>
            <p:cNvPr name="AutoShape 20" id="20"/>
            <p:cNvSpPr/>
            <p:nvPr/>
          </p:nvSpPr>
          <p:spPr>
            <a:xfrm flipH="true">
              <a:off x="3559961" y="2997633"/>
              <a:ext cx="3589080" cy="25400"/>
            </a:xfrm>
            <a:prstGeom prst="line">
              <a:avLst/>
            </a:prstGeom>
            <a:ln cap="flat" w="50800">
              <a:solidFill>
                <a:srgbClr val="1B5E2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3285556" y="2592271"/>
              <a:ext cx="3863485" cy="1"/>
            </a:xfrm>
            <a:prstGeom prst="line">
              <a:avLst/>
            </a:prstGeom>
            <a:ln cap="flat" w="50800">
              <a:solidFill>
                <a:srgbClr val="F9D84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-10800000">
              <a:off x="0" y="0"/>
              <a:ext cx="3006156" cy="1999094"/>
            </a:xfrm>
            <a:custGeom>
              <a:avLst/>
              <a:gdLst/>
              <a:ahLst/>
              <a:cxnLst/>
              <a:rect r="r" b="b" t="t" l="l"/>
              <a:pathLst>
                <a:path h="1999094" w="3006156">
                  <a:moveTo>
                    <a:pt x="0" y="0"/>
                  </a:moveTo>
                  <a:lnTo>
                    <a:pt x="3006156" y="0"/>
                  </a:lnTo>
                  <a:lnTo>
                    <a:pt x="3006156" y="1999094"/>
                  </a:lnTo>
                  <a:lnTo>
                    <a:pt x="0" y="1999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0800000">
              <a:off x="0" y="2854813"/>
              <a:ext cx="3006156" cy="1999094"/>
            </a:xfrm>
            <a:custGeom>
              <a:avLst/>
              <a:gdLst/>
              <a:ahLst/>
              <a:cxnLst/>
              <a:rect r="r" b="b" t="t" l="l"/>
              <a:pathLst>
                <a:path h="1999094" w="3006156">
                  <a:moveTo>
                    <a:pt x="0" y="0"/>
                  </a:moveTo>
                  <a:lnTo>
                    <a:pt x="3006156" y="0"/>
                  </a:lnTo>
                  <a:lnTo>
                    <a:pt x="3006156" y="1999094"/>
                  </a:lnTo>
                  <a:lnTo>
                    <a:pt x="0" y="19990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AutoShape 24" id="24"/>
            <p:cNvSpPr/>
            <p:nvPr/>
          </p:nvSpPr>
          <p:spPr>
            <a:xfrm flipV="true">
              <a:off x="3559961" y="1024947"/>
              <a:ext cx="0" cy="2875727"/>
            </a:xfrm>
            <a:prstGeom prst="line">
              <a:avLst/>
            </a:prstGeom>
            <a:ln cap="flat" w="50800">
              <a:solidFill>
                <a:srgbClr val="1B5E2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 flipH="true">
              <a:off x="3285556" y="851200"/>
              <a:ext cx="0" cy="2867441"/>
            </a:xfrm>
            <a:prstGeom prst="line">
              <a:avLst/>
            </a:prstGeom>
            <a:ln cap="flat" w="50800">
              <a:solidFill>
                <a:srgbClr val="F9D84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3006156" y="3900673"/>
              <a:ext cx="553805" cy="0"/>
            </a:xfrm>
            <a:prstGeom prst="line">
              <a:avLst/>
            </a:prstGeom>
            <a:ln cap="flat" w="50800">
              <a:solidFill>
                <a:srgbClr val="1B5E2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H="true">
              <a:off x="3008653" y="1024947"/>
              <a:ext cx="553805" cy="0"/>
            </a:xfrm>
            <a:prstGeom prst="line">
              <a:avLst/>
            </a:prstGeom>
            <a:ln cap="flat" w="50800">
              <a:solidFill>
                <a:srgbClr val="1B5E2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3006156" y="3718641"/>
              <a:ext cx="279400" cy="0"/>
            </a:xfrm>
            <a:prstGeom prst="line">
              <a:avLst/>
            </a:prstGeom>
            <a:ln cap="flat" w="50800">
              <a:solidFill>
                <a:srgbClr val="F9D84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 flipH="true">
              <a:off x="3006156" y="876600"/>
              <a:ext cx="279400" cy="0"/>
            </a:xfrm>
            <a:prstGeom prst="line">
              <a:avLst/>
            </a:prstGeom>
            <a:ln cap="flat" w="50800">
              <a:solidFill>
                <a:srgbClr val="F9D841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30" id="30"/>
          <p:cNvSpPr/>
          <p:nvPr/>
        </p:nvSpPr>
        <p:spPr>
          <a:xfrm>
            <a:off x="8916663" y="2798725"/>
            <a:ext cx="1661276" cy="4235725"/>
          </a:xfrm>
          <a:custGeom>
            <a:avLst/>
            <a:gdLst/>
            <a:ahLst/>
            <a:cxnLst/>
            <a:rect r="r" b="b" t="t" l="l"/>
            <a:pathLst>
              <a:path h="4235725" w="1661276">
                <a:moveTo>
                  <a:pt x="0" y="4235725"/>
                </a:moveTo>
                <a:lnTo>
                  <a:pt x="0" y="228600"/>
                </a:lnTo>
                <a:cubicBezTo>
                  <a:pt x="0" y="167972"/>
                  <a:pt x="24084" y="109826"/>
                  <a:pt x="66955" y="66956"/>
                </a:cubicBezTo>
                <a:cubicBezTo>
                  <a:pt x="109826" y="24085"/>
                  <a:pt x="167971" y="0"/>
                  <a:pt x="228600" y="0"/>
                </a:cubicBezTo>
                <a:lnTo>
                  <a:pt x="1661276" y="0"/>
                </a:lnTo>
              </a:path>
            </a:pathLst>
          </a:custGeom>
          <a:ln cap="flat" w="38100">
            <a:solidFill>
              <a:srgbClr val="1B5E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1" id="31"/>
          <p:cNvSpPr/>
          <p:nvPr/>
        </p:nvSpPr>
        <p:spPr>
          <a:xfrm>
            <a:off x="9685911" y="4467589"/>
            <a:ext cx="3418877" cy="2599168"/>
          </a:xfrm>
          <a:custGeom>
            <a:avLst/>
            <a:gdLst/>
            <a:ahLst/>
            <a:cxnLst/>
            <a:rect r="r" b="b" t="t" l="l"/>
            <a:pathLst>
              <a:path h="2599168" w="3418877">
                <a:moveTo>
                  <a:pt x="0" y="2599168"/>
                </a:moveTo>
                <a:lnTo>
                  <a:pt x="0" y="1492309"/>
                </a:lnTo>
                <a:cubicBezTo>
                  <a:pt x="0" y="1366057"/>
                  <a:pt x="102348" y="1263709"/>
                  <a:pt x="228600" y="1263709"/>
                </a:cubicBezTo>
                <a:lnTo>
                  <a:pt x="3190277" y="1263709"/>
                </a:lnTo>
                <a:cubicBezTo>
                  <a:pt x="3250906" y="1263709"/>
                  <a:pt x="3309051" y="1239625"/>
                  <a:pt x="3351921" y="1196754"/>
                </a:cubicBezTo>
                <a:cubicBezTo>
                  <a:pt x="3394793" y="1153883"/>
                  <a:pt x="3418877" y="1095738"/>
                  <a:pt x="3418877" y="1035109"/>
                </a:cubicBezTo>
                <a:lnTo>
                  <a:pt x="3418877" y="0"/>
                </a:lnTo>
              </a:path>
            </a:pathLst>
          </a:custGeom>
          <a:ln cap="flat" w="38100">
            <a:solidFill>
              <a:srgbClr val="D830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>
            <a:off x="9428560" y="4337760"/>
            <a:ext cx="3488510" cy="2728997"/>
          </a:xfrm>
          <a:custGeom>
            <a:avLst/>
            <a:gdLst/>
            <a:ahLst/>
            <a:cxnLst/>
            <a:rect r="r" b="b" t="t" l="l"/>
            <a:pathLst>
              <a:path h="2728997" w="3488510">
                <a:moveTo>
                  <a:pt x="0" y="2728997"/>
                </a:moveTo>
                <a:lnTo>
                  <a:pt x="0" y="1410120"/>
                </a:lnTo>
                <a:cubicBezTo>
                  <a:pt x="0" y="1349492"/>
                  <a:pt x="24085" y="1291346"/>
                  <a:pt x="66956" y="1248475"/>
                </a:cubicBezTo>
                <a:cubicBezTo>
                  <a:pt x="109826" y="1205605"/>
                  <a:pt x="167971" y="1181520"/>
                  <a:pt x="228600" y="1181520"/>
                </a:cubicBezTo>
                <a:lnTo>
                  <a:pt x="3259910" y="1181520"/>
                </a:lnTo>
                <a:cubicBezTo>
                  <a:pt x="3320539" y="1181520"/>
                  <a:pt x="3378685" y="1157436"/>
                  <a:pt x="3421555" y="1114565"/>
                </a:cubicBezTo>
                <a:cubicBezTo>
                  <a:pt x="3464426" y="1071694"/>
                  <a:pt x="3488510" y="1013549"/>
                  <a:pt x="3488510" y="952920"/>
                </a:cubicBezTo>
                <a:lnTo>
                  <a:pt x="3488510" y="0"/>
                </a:lnTo>
              </a:path>
            </a:pathLst>
          </a:custGeom>
          <a:ln cap="flat" w="38100">
            <a:solidFill>
              <a:srgbClr val="2632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>
            <a:off x="8298231" y="2641807"/>
            <a:ext cx="2279708" cy="4392643"/>
          </a:xfrm>
          <a:custGeom>
            <a:avLst/>
            <a:gdLst/>
            <a:ahLst/>
            <a:cxnLst/>
            <a:rect r="r" b="b" t="t" l="l"/>
            <a:pathLst>
              <a:path h="4392643" w="2279708">
                <a:moveTo>
                  <a:pt x="0" y="4392643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2279708" y="0"/>
                </a:lnTo>
              </a:path>
            </a:pathLst>
          </a:custGeom>
          <a:ln cap="flat" w="38100">
            <a:solidFill>
              <a:srgbClr val="1B5E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>
            <a:off x="10582148" y="3071848"/>
            <a:ext cx="1372471" cy="2443127"/>
          </a:xfrm>
          <a:custGeom>
            <a:avLst/>
            <a:gdLst/>
            <a:ahLst/>
            <a:cxnLst/>
            <a:rect r="r" b="b" t="t" l="l"/>
            <a:pathLst>
              <a:path h="2443127" w="1372471">
                <a:moveTo>
                  <a:pt x="1372471" y="2443127"/>
                </a:moveTo>
                <a:lnTo>
                  <a:pt x="1372471" y="1450164"/>
                </a:lnTo>
                <a:cubicBezTo>
                  <a:pt x="1372471" y="1323911"/>
                  <a:pt x="1270123" y="1221564"/>
                  <a:pt x="1143871" y="1221564"/>
                </a:cubicBezTo>
                <a:lnTo>
                  <a:pt x="228600" y="1221564"/>
                </a:lnTo>
                <a:cubicBezTo>
                  <a:pt x="167971" y="1221564"/>
                  <a:pt x="109826" y="1197479"/>
                  <a:pt x="66955" y="1154608"/>
                </a:cubicBezTo>
                <a:cubicBezTo>
                  <a:pt x="24084" y="1111737"/>
                  <a:pt x="0" y="1053592"/>
                  <a:pt x="0" y="992964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2632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>
            <a:off x="8808555" y="4039027"/>
            <a:ext cx="1769383" cy="2995422"/>
          </a:xfrm>
          <a:custGeom>
            <a:avLst/>
            <a:gdLst/>
            <a:ahLst/>
            <a:cxnLst/>
            <a:rect r="r" b="b" t="t" l="l"/>
            <a:pathLst>
              <a:path h="2995422" w="1769383">
                <a:moveTo>
                  <a:pt x="0" y="2995423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769384" y="0"/>
                </a:lnTo>
              </a:path>
            </a:pathLst>
          </a:custGeom>
          <a:ln cap="flat" w="38100">
            <a:solidFill>
              <a:srgbClr val="D830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>
            <a:off x="8685607" y="3904323"/>
            <a:ext cx="1892332" cy="3130126"/>
          </a:xfrm>
          <a:custGeom>
            <a:avLst/>
            <a:gdLst/>
            <a:ahLst/>
            <a:cxnLst/>
            <a:rect r="r" b="b" t="t" l="l"/>
            <a:pathLst>
              <a:path h="3130126" w="1892332">
                <a:moveTo>
                  <a:pt x="0" y="3130127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892332" y="0"/>
                </a:lnTo>
              </a:path>
            </a:pathLst>
          </a:custGeom>
          <a:ln cap="flat" w="38100">
            <a:solidFill>
              <a:srgbClr val="D830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7" id="37"/>
          <p:cNvSpPr/>
          <p:nvPr/>
        </p:nvSpPr>
        <p:spPr>
          <a:xfrm>
            <a:off x="8548908" y="3742220"/>
            <a:ext cx="2029031" cy="3292230"/>
          </a:xfrm>
          <a:custGeom>
            <a:avLst/>
            <a:gdLst/>
            <a:ahLst/>
            <a:cxnLst/>
            <a:rect r="r" b="b" t="t" l="l"/>
            <a:pathLst>
              <a:path h="3292230" w="2029031">
                <a:moveTo>
                  <a:pt x="0" y="3292230"/>
                </a:move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2029031" y="0"/>
                </a:lnTo>
              </a:path>
            </a:pathLst>
          </a:custGeom>
          <a:ln cap="flat" w="38100">
            <a:solidFill>
              <a:srgbClr val="D830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>
            <a:off x="8421465" y="3597486"/>
            <a:ext cx="2156474" cy="3436964"/>
          </a:xfrm>
          <a:custGeom>
            <a:avLst/>
            <a:gdLst/>
            <a:ahLst/>
            <a:cxnLst/>
            <a:rect r="r" b="b" t="t" l="l"/>
            <a:pathLst>
              <a:path h="3436964" w="2156474">
                <a:moveTo>
                  <a:pt x="0" y="3436964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1" y="0"/>
                  <a:pt x="228600" y="0"/>
                </a:cubicBezTo>
                <a:lnTo>
                  <a:pt x="2156474" y="0"/>
                </a:lnTo>
              </a:path>
            </a:pathLst>
          </a:custGeom>
          <a:ln cap="flat" w="38100">
            <a:solidFill>
              <a:srgbClr val="D830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-12697" y="-12697"/>
            <a:ext cx="18313403" cy="717547"/>
            <a:chOff x="0" y="0"/>
            <a:chExt cx="24417871" cy="9567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3419"/>
              <a:ext cx="24383999" cy="929821"/>
            </a:xfrm>
            <a:custGeom>
              <a:avLst/>
              <a:gdLst/>
              <a:ahLst/>
              <a:cxnLst/>
              <a:rect r="r" b="b" t="t" l="l"/>
              <a:pathLst>
                <a:path h="929821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29821"/>
                  </a:lnTo>
                  <a:lnTo>
                    <a:pt x="0" y="929821"/>
                  </a:lnTo>
                  <a:close/>
                </a:path>
              </a:pathLst>
            </a:custGeom>
            <a:solidFill>
              <a:srgbClr val="1A237E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417782" cy="956660"/>
            </a:xfrm>
            <a:custGeom>
              <a:avLst/>
              <a:gdLst/>
              <a:ahLst/>
              <a:cxnLst/>
              <a:rect r="r" b="b" t="t" l="l"/>
              <a:pathLst>
                <a:path h="95666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6054"/>
                    <a:pt x="24417782" y="13419"/>
                  </a:cubicBezTo>
                  <a:lnTo>
                    <a:pt x="24417782" y="943240"/>
                  </a:lnTo>
                  <a:cubicBezTo>
                    <a:pt x="24417782" y="950706"/>
                    <a:pt x="24410163" y="956658"/>
                    <a:pt x="24400890" y="956658"/>
                  </a:cubicBezTo>
                  <a:lnTo>
                    <a:pt x="16891" y="956658"/>
                  </a:lnTo>
                  <a:cubicBezTo>
                    <a:pt x="7620" y="956767"/>
                    <a:pt x="0" y="950706"/>
                    <a:pt x="0" y="943240"/>
                  </a:cubicBezTo>
                  <a:lnTo>
                    <a:pt x="0" y="13419"/>
                  </a:lnTo>
                  <a:cubicBezTo>
                    <a:pt x="0" y="6054"/>
                    <a:pt x="7620" y="0"/>
                    <a:pt x="16891" y="0"/>
                  </a:cubicBezTo>
                  <a:moveTo>
                    <a:pt x="16891" y="26938"/>
                  </a:moveTo>
                  <a:lnTo>
                    <a:pt x="16891" y="13419"/>
                  </a:lnTo>
                  <a:lnTo>
                    <a:pt x="33909" y="13419"/>
                  </a:lnTo>
                  <a:lnTo>
                    <a:pt x="33909" y="943240"/>
                  </a:lnTo>
                  <a:lnTo>
                    <a:pt x="16891" y="943240"/>
                  </a:lnTo>
                  <a:lnTo>
                    <a:pt x="16891" y="929821"/>
                  </a:lnTo>
                  <a:lnTo>
                    <a:pt x="24400890" y="929821"/>
                  </a:lnTo>
                  <a:lnTo>
                    <a:pt x="24400890" y="943240"/>
                  </a:lnTo>
                  <a:lnTo>
                    <a:pt x="24384000" y="943240"/>
                  </a:lnTo>
                  <a:lnTo>
                    <a:pt x="24384000" y="13419"/>
                  </a:lnTo>
                  <a:lnTo>
                    <a:pt x="24400890" y="13419"/>
                  </a:lnTo>
                  <a:lnTo>
                    <a:pt x="24400890" y="26938"/>
                  </a:lnTo>
                  <a:lnTo>
                    <a:pt x="16891" y="26938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74325" y="135911"/>
            <a:ext cx="17739360" cy="781050"/>
            <a:chOff x="0" y="0"/>
            <a:chExt cx="23652480" cy="1041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65248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041400"/>
                  </a:lnTo>
                  <a:lnTo>
                    <a:pt x="0" y="1041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9390" r="0" b="-26939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3652480" cy="1098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</a:t>
              </a: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rcuit Diagram 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2624687" y="6306566"/>
            <a:ext cx="376091" cy="0"/>
          </a:xfrm>
          <a:prstGeom prst="line">
            <a:avLst/>
          </a:prstGeom>
          <a:ln cap="flat" w="38100">
            <a:solidFill>
              <a:srgbClr val="1B5E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2830626" y="6172425"/>
            <a:ext cx="209550" cy="0"/>
          </a:xfrm>
          <a:prstGeom prst="line">
            <a:avLst/>
          </a:prstGeom>
          <a:ln cap="flat" w="38100">
            <a:solidFill>
              <a:srgbClr val="F9D8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353497" y="216172"/>
            <a:ext cx="4499220" cy="2916579"/>
          </a:xfrm>
          <a:custGeom>
            <a:avLst/>
            <a:gdLst/>
            <a:ahLst/>
            <a:cxnLst/>
            <a:rect r="r" b="b" t="t" l="l"/>
            <a:pathLst>
              <a:path h="2916579" w="4499220">
                <a:moveTo>
                  <a:pt x="0" y="0"/>
                </a:moveTo>
                <a:lnTo>
                  <a:pt x="4499219" y="0"/>
                </a:lnTo>
                <a:lnTo>
                  <a:pt x="4499219" y="2916579"/>
                </a:lnTo>
                <a:lnTo>
                  <a:pt x="0" y="29165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000906" y="285834"/>
            <a:ext cx="4229944" cy="1189672"/>
          </a:xfrm>
          <a:custGeom>
            <a:avLst/>
            <a:gdLst/>
            <a:ahLst/>
            <a:cxnLst/>
            <a:rect r="r" b="b" t="t" l="l"/>
            <a:pathLst>
              <a:path h="1189672" w="4229944">
                <a:moveTo>
                  <a:pt x="0" y="0"/>
                </a:moveTo>
                <a:lnTo>
                  <a:pt x="4229944" y="0"/>
                </a:lnTo>
                <a:lnTo>
                  <a:pt x="4229944" y="1189671"/>
                </a:lnTo>
                <a:lnTo>
                  <a:pt x="0" y="11896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903227"/>
            <a:chOff x="0" y="0"/>
            <a:chExt cx="24417871" cy="12043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170432"/>
            </a:xfrm>
            <a:custGeom>
              <a:avLst/>
              <a:gdLst/>
              <a:ahLst/>
              <a:cxnLst/>
              <a:rect r="r" b="b" t="t" l="l"/>
              <a:pathLst>
                <a:path h="117043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1A237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204216"/>
            </a:xfrm>
            <a:custGeom>
              <a:avLst/>
              <a:gdLst/>
              <a:ahLst/>
              <a:cxnLst/>
              <a:rect r="r" b="b" t="t" l="l"/>
              <a:pathLst>
                <a:path h="120421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187323"/>
                  </a:lnTo>
                  <a:cubicBezTo>
                    <a:pt x="24417782" y="1196721"/>
                    <a:pt x="24410163" y="1204214"/>
                    <a:pt x="24400890" y="1204214"/>
                  </a:cubicBezTo>
                  <a:lnTo>
                    <a:pt x="16891" y="1204214"/>
                  </a:lnTo>
                  <a:cubicBezTo>
                    <a:pt x="7620" y="1204341"/>
                    <a:pt x="0" y="1196721"/>
                    <a:pt x="0" y="11873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87323"/>
                  </a:lnTo>
                  <a:lnTo>
                    <a:pt x="16891" y="1187323"/>
                  </a:lnTo>
                  <a:lnTo>
                    <a:pt x="16891" y="1170432"/>
                  </a:lnTo>
                  <a:lnTo>
                    <a:pt x="24400890" y="1170432"/>
                  </a:lnTo>
                  <a:lnTo>
                    <a:pt x="24400890" y="1187323"/>
                  </a:lnTo>
                  <a:lnTo>
                    <a:pt x="24384000" y="118732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4320" y="0"/>
            <a:ext cx="17739360" cy="877824"/>
            <a:chOff x="0" y="0"/>
            <a:chExt cx="23652480" cy="1170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5248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4179" r="0" b="-2341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652480" cy="12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Operation — Questions &amp;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5270" y="1078230"/>
            <a:ext cx="8670036" cy="1866900"/>
            <a:chOff x="0" y="0"/>
            <a:chExt cx="11560048" cy="248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5092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60048" cy="2489200"/>
            </a:xfrm>
            <a:custGeom>
              <a:avLst/>
              <a:gdLst/>
              <a:ahLst/>
              <a:cxnLst/>
              <a:rect r="r" b="b" t="t" l="l"/>
              <a:pathLst>
                <a:path h="2489200" w="11560048">
                  <a:moveTo>
                    <a:pt x="25400" y="0"/>
                  </a:moveTo>
                  <a:lnTo>
                    <a:pt x="11534648" y="0"/>
                  </a:lnTo>
                  <a:cubicBezTo>
                    <a:pt x="11548618" y="0"/>
                    <a:pt x="11560048" y="11430"/>
                    <a:pt x="11560048" y="25400"/>
                  </a:cubicBezTo>
                  <a:lnTo>
                    <a:pt x="11560048" y="2463800"/>
                  </a:lnTo>
                  <a:cubicBezTo>
                    <a:pt x="11560048" y="2477770"/>
                    <a:pt x="11548618" y="2489200"/>
                    <a:pt x="11534648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11534648" y="2438400"/>
                  </a:lnTo>
                  <a:lnTo>
                    <a:pt x="11534648" y="2463800"/>
                  </a:lnTo>
                  <a:lnTo>
                    <a:pt x="11509248" y="2463800"/>
                  </a:lnTo>
                  <a:lnTo>
                    <a:pt x="11509248" y="25400"/>
                  </a:lnTo>
                  <a:lnTo>
                    <a:pt x="11534648" y="25400"/>
                  </a:lnTo>
                  <a:lnTo>
                    <a:pt x="115346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61623" y="1084583"/>
            <a:ext cx="153419" cy="1854203"/>
            <a:chOff x="0" y="0"/>
            <a:chExt cx="204559" cy="24722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651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651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2064" y="1170432"/>
            <a:ext cx="8321040" cy="493776"/>
            <a:chOff x="0" y="0"/>
            <a:chExt cx="11094720" cy="6583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0947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651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❶  Motor Direction Control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2064" y="1664208"/>
            <a:ext cx="8321040" cy="1207008"/>
            <a:chOff x="0" y="0"/>
            <a:chExt cx="11094720" cy="16093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28" r="0" b="-843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09472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STM32 GPIO pins D3–D6 drive L298N IN1–IN4. Setting IN1=HIGH, IN2=LOW (forward) or IN1=LOW, IN2=HIGH (backward) reverses H-bridge polarity. IN3/IN4 independently control the right-side motors.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07830" y="1078230"/>
            <a:ext cx="8670036" cy="1866900"/>
            <a:chOff x="0" y="0"/>
            <a:chExt cx="11560048" cy="248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115092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560048" cy="2489200"/>
            </a:xfrm>
            <a:custGeom>
              <a:avLst/>
              <a:gdLst/>
              <a:ahLst/>
              <a:cxnLst/>
              <a:rect r="r" b="b" t="t" l="l"/>
              <a:pathLst>
                <a:path h="2489200" w="11560048">
                  <a:moveTo>
                    <a:pt x="25400" y="0"/>
                  </a:moveTo>
                  <a:lnTo>
                    <a:pt x="11534648" y="0"/>
                  </a:lnTo>
                  <a:cubicBezTo>
                    <a:pt x="11548618" y="0"/>
                    <a:pt x="11560048" y="11430"/>
                    <a:pt x="11560048" y="25400"/>
                  </a:cubicBezTo>
                  <a:lnTo>
                    <a:pt x="11560048" y="2463800"/>
                  </a:lnTo>
                  <a:cubicBezTo>
                    <a:pt x="11560048" y="2477770"/>
                    <a:pt x="11548618" y="2489200"/>
                    <a:pt x="11534648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11534648" y="2438400"/>
                  </a:lnTo>
                  <a:lnTo>
                    <a:pt x="11534648" y="2463800"/>
                  </a:lnTo>
                  <a:lnTo>
                    <a:pt x="11509248" y="2463800"/>
                  </a:lnTo>
                  <a:lnTo>
                    <a:pt x="11509248" y="25400"/>
                  </a:lnTo>
                  <a:lnTo>
                    <a:pt x="11534648" y="25400"/>
                  </a:lnTo>
                  <a:lnTo>
                    <a:pt x="115346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838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14183" y="1084583"/>
            <a:ext cx="153419" cy="1854203"/>
            <a:chOff x="0" y="0"/>
            <a:chExt cx="204559" cy="24722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0838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838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64624" y="1170432"/>
            <a:ext cx="8321040" cy="493776"/>
            <a:chOff x="0" y="0"/>
            <a:chExt cx="1109472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09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358" r="0" b="-2783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09472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083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❷  PWM Speed Control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64624" y="1664208"/>
            <a:ext cx="8321040" cy="1207008"/>
            <a:chOff x="0" y="0"/>
            <a:chExt cx="11094720" cy="16093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28" r="0" b="-843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094720" cy="165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 (D11) and ENB (D12) output 1 kHz PWM with 70% duty cycle by default (write(0.7)). Higher duty = more average voltage = faster spin. Speed is changed by calling ENA.write(0.0–1.0).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55270" y="3163062"/>
            <a:ext cx="5707380" cy="1866900"/>
            <a:chOff x="0" y="0"/>
            <a:chExt cx="7609840" cy="248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75590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098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2463800"/>
                  </a:lnTo>
                  <a:cubicBezTo>
                    <a:pt x="7609840" y="2477770"/>
                    <a:pt x="7598410" y="2489200"/>
                    <a:pt x="75844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7584440" y="2438400"/>
                  </a:lnTo>
                  <a:lnTo>
                    <a:pt x="7584440" y="2463800"/>
                  </a:lnTo>
                  <a:lnTo>
                    <a:pt x="7559040" y="2463800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7B1FA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61623" y="3169415"/>
            <a:ext cx="153419" cy="1854203"/>
            <a:chOff x="0" y="0"/>
            <a:chExt cx="204559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7B1FA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1FA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12064" y="3255264"/>
            <a:ext cx="5358384" cy="493776"/>
            <a:chOff x="0" y="0"/>
            <a:chExt cx="7144512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44512" cy="658368"/>
            </a:xfrm>
            <a:custGeom>
              <a:avLst/>
              <a:gdLst/>
              <a:ahLst/>
              <a:cxnLst/>
              <a:rect r="r" b="b" t="t" l="l"/>
              <a:pathLst>
                <a:path h="658368" w="7144512">
                  <a:moveTo>
                    <a:pt x="0" y="0"/>
                  </a:moveTo>
                  <a:lnTo>
                    <a:pt x="7144512" y="0"/>
                  </a:lnTo>
                  <a:lnTo>
                    <a:pt x="714451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448" r="0" b="-16144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144512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7B1FA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❸  HC-05 Bluetooth Role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2064" y="3749040"/>
            <a:ext cx="5358384" cy="1236668"/>
            <a:chOff x="0" y="0"/>
            <a:chExt cx="7144512" cy="16488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44512" cy="1648891"/>
            </a:xfrm>
            <a:custGeom>
              <a:avLst/>
              <a:gdLst/>
              <a:ahLst/>
              <a:cxnLst/>
              <a:rect r="r" b="b" t="t" l="l"/>
              <a:pathLst>
                <a:path h="1648891" w="7144512">
                  <a:moveTo>
                    <a:pt x="0" y="0"/>
                  </a:moveTo>
                  <a:lnTo>
                    <a:pt x="7144512" y="0"/>
                  </a:lnTo>
                  <a:lnTo>
                    <a:pt x="7144512" y="1648891"/>
                  </a:lnTo>
                  <a:lnTo>
                    <a:pt x="0" y="16488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626" r="0" b="-3322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144512" cy="1686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HC-05 is a Bluetooth-to-UART bridge. A smartphone app sends command characters (F/B/L/R/S) wirelessly. HC-05 converts the RF signal to serial UART at 9600 baud, which STM32 reads on pin D2.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326886" y="3163062"/>
            <a:ext cx="5707380" cy="1866900"/>
            <a:chOff x="0" y="0"/>
            <a:chExt cx="7609840" cy="248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75590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098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2463800"/>
                  </a:lnTo>
                  <a:cubicBezTo>
                    <a:pt x="7609840" y="2477770"/>
                    <a:pt x="7598410" y="2489200"/>
                    <a:pt x="75844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7584440" y="2438400"/>
                  </a:lnTo>
                  <a:lnTo>
                    <a:pt x="7584440" y="2463800"/>
                  </a:lnTo>
                  <a:lnTo>
                    <a:pt x="7559040" y="2463800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607D8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333239" y="3169415"/>
            <a:ext cx="153419" cy="1854203"/>
            <a:chOff x="0" y="0"/>
            <a:chExt cx="204559" cy="24722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607D8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07D8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583680" y="3127886"/>
            <a:ext cx="5358384" cy="493776"/>
            <a:chOff x="0" y="0"/>
            <a:chExt cx="7144512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44512" cy="658368"/>
            </a:xfrm>
            <a:custGeom>
              <a:avLst/>
              <a:gdLst/>
              <a:ahLst/>
              <a:cxnLst/>
              <a:rect r="r" b="b" t="t" l="l"/>
              <a:pathLst>
                <a:path h="658368" w="7144512">
                  <a:moveTo>
                    <a:pt x="0" y="0"/>
                  </a:moveTo>
                  <a:lnTo>
                    <a:pt x="7144512" y="0"/>
                  </a:lnTo>
                  <a:lnTo>
                    <a:pt x="714451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448" r="0" b="-1614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144512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07D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❹  Shared GND Requirement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83680" y="3471248"/>
            <a:ext cx="5358384" cy="1574973"/>
            <a:chOff x="0" y="0"/>
            <a:chExt cx="7144512" cy="20999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44512" cy="2099964"/>
            </a:xfrm>
            <a:custGeom>
              <a:avLst/>
              <a:gdLst/>
              <a:ahLst/>
              <a:cxnLst/>
              <a:rect r="r" b="b" t="t" l="l"/>
              <a:pathLst>
                <a:path h="2099964" w="7144512">
                  <a:moveTo>
                    <a:pt x="0" y="0"/>
                  </a:moveTo>
                  <a:lnTo>
                    <a:pt x="7144512" y="0"/>
                  </a:lnTo>
                  <a:lnTo>
                    <a:pt x="7144512" y="2099964"/>
                  </a:lnTo>
                  <a:lnTo>
                    <a:pt x="0" y="2099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3" r="0" b="-461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144512" cy="2147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ICs need a common 0 V reference. Without shared GND between STM32, L298N, and HC-05, the logic voltages (HIGH/LOW) have no stable reference point — signals are undefined and communication fails.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98502" y="3163062"/>
            <a:ext cx="5707380" cy="1866900"/>
            <a:chOff x="0" y="0"/>
            <a:chExt cx="7609840" cy="248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5400" y="25400"/>
              <a:ext cx="755904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3204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09840" cy="2489200"/>
            </a:xfrm>
            <a:custGeom>
              <a:avLst/>
              <a:gdLst/>
              <a:ahLst/>
              <a:cxnLst/>
              <a:rect r="r" b="b" t="t" l="l"/>
              <a:pathLst>
                <a:path h="2489200" w="7609840">
                  <a:moveTo>
                    <a:pt x="25400" y="0"/>
                  </a:moveTo>
                  <a:lnTo>
                    <a:pt x="7584440" y="0"/>
                  </a:lnTo>
                  <a:cubicBezTo>
                    <a:pt x="7598410" y="0"/>
                    <a:pt x="7609840" y="11430"/>
                    <a:pt x="7609840" y="25400"/>
                  </a:cubicBezTo>
                  <a:lnTo>
                    <a:pt x="7609840" y="2463800"/>
                  </a:lnTo>
                  <a:cubicBezTo>
                    <a:pt x="7609840" y="2477770"/>
                    <a:pt x="7598410" y="2489200"/>
                    <a:pt x="7584440" y="2489200"/>
                  </a:cubicBezTo>
                  <a:lnTo>
                    <a:pt x="25400" y="2489200"/>
                  </a:lnTo>
                  <a:cubicBezTo>
                    <a:pt x="11430" y="2489200"/>
                    <a:pt x="0" y="2477770"/>
                    <a:pt x="0" y="246380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2463800"/>
                  </a:lnTo>
                  <a:lnTo>
                    <a:pt x="25400" y="2463800"/>
                  </a:lnTo>
                  <a:lnTo>
                    <a:pt x="25400" y="2438400"/>
                  </a:lnTo>
                  <a:lnTo>
                    <a:pt x="7584440" y="2438400"/>
                  </a:lnTo>
                  <a:lnTo>
                    <a:pt x="7584440" y="2463800"/>
                  </a:lnTo>
                  <a:lnTo>
                    <a:pt x="7559040" y="2463800"/>
                  </a:lnTo>
                  <a:lnTo>
                    <a:pt x="7559040" y="25400"/>
                  </a:lnTo>
                  <a:lnTo>
                    <a:pt x="7584440" y="25400"/>
                  </a:lnTo>
                  <a:lnTo>
                    <a:pt x="75844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404855" y="3169415"/>
            <a:ext cx="153419" cy="1854203"/>
            <a:chOff x="0" y="0"/>
            <a:chExt cx="204559" cy="24722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C6282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6282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655296" y="3109722"/>
            <a:ext cx="5358384" cy="493776"/>
            <a:chOff x="0" y="0"/>
            <a:chExt cx="7144512" cy="6583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44512" cy="658368"/>
            </a:xfrm>
            <a:custGeom>
              <a:avLst/>
              <a:gdLst/>
              <a:ahLst/>
              <a:cxnLst/>
              <a:rect r="r" b="b" t="t" l="l"/>
              <a:pathLst>
                <a:path h="658368" w="7144512">
                  <a:moveTo>
                    <a:pt x="0" y="0"/>
                  </a:moveTo>
                  <a:lnTo>
                    <a:pt x="7144512" y="0"/>
                  </a:lnTo>
                  <a:lnTo>
                    <a:pt x="714451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448" r="0" b="-16144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144512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C6282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❺  External Power for Motors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55296" y="3414098"/>
            <a:ext cx="5358384" cy="1574973"/>
            <a:chOff x="0" y="0"/>
            <a:chExt cx="7144512" cy="20999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44512" cy="2099964"/>
            </a:xfrm>
            <a:custGeom>
              <a:avLst/>
              <a:gdLst/>
              <a:ahLst/>
              <a:cxnLst/>
              <a:rect r="r" b="b" t="t" l="l"/>
              <a:pathLst>
                <a:path h="2099964" w="7144512">
                  <a:moveTo>
                    <a:pt x="0" y="0"/>
                  </a:moveTo>
                  <a:lnTo>
                    <a:pt x="7144512" y="0"/>
                  </a:lnTo>
                  <a:lnTo>
                    <a:pt x="7144512" y="2099964"/>
                  </a:lnTo>
                  <a:lnTo>
                    <a:pt x="0" y="2099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3" r="0" b="-46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7144512" cy="2147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B0BE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DC motors draw 0.5–2 A each under load. The STM32 5V pin supplies only ~150–500 mA total — far too little for 4 motors. A 12V external supply feeds L298N's VM pin, providing the required current independently of the MCU.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61623" y="5217671"/>
            <a:ext cx="17764763" cy="976379"/>
            <a:chOff x="0" y="0"/>
            <a:chExt cx="23686351" cy="13018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36524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A1628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686263" cy="1301750"/>
            </a:xfrm>
            <a:custGeom>
              <a:avLst/>
              <a:gdLst/>
              <a:ahLst/>
              <a:cxnLst/>
              <a:rect r="r" b="b" t="t" l="l"/>
              <a:pathLst>
                <a:path h="1301750" w="23686263">
                  <a:moveTo>
                    <a:pt x="16891" y="0"/>
                  </a:moveTo>
                  <a:lnTo>
                    <a:pt x="23669371" y="0"/>
                  </a:lnTo>
                  <a:cubicBezTo>
                    <a:pt x="23678769" y="0"/>
                    <a:pt x="23686263" y="7620"/>
                    <a:pt x="23686263" y="16891"/>
                  </a:cubicBezTo>
                  <a:lnTo>
                    <a:pt x="23686263" y="1284859"/>
                  </a:lnTo>
                  <a:cubicBezTo>
                    <a:pt x="23686263" y="1294257"/>
                    <a:pt x="23678643" y="1301750"/>
                    <a:pt x="23669371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3669371" y="1267968"/>
                  </a:lnTo>
                  <a:lnTo>
                    <a:pt x="23669371" y="1284859"/>
                  </a:lnTo>
                  <a:lnTo>
                    <a:pt x="23652480" y="1284859"/>
                  </a:lnTo>
                  <a:lnTo>
                    <a:pt x="23652480" y="16891"/>
                  </a:lnTo>
                  <a:lnTo>
                    <a:pt x="23669371" y="16891"/>
                  </a:lnTo>
                  <a:lnTo>
                    <a:pt x="23669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57200" y="5303520"/>
            <a:ext cx="1188720" cy="768096"/>
            <a:chOff x="0" y="0"/>
            <a:chExt cx="158496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84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903" t="0" r="-329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58496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A7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Flow: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76143" y="5297167"/>
            <a:ext cx="2298697" cy="780793"/>
            <a:chOff x="0" y="0"/>
            <a:chExt cx="3064929" cy="104105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8509" y="8509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527A0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650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3065018">
                  <a:moveTo>
                    <a:pt x="8509" y="0"/>
                  </a:moveTo>
                  <a:lnTo>
                    <a:pt x="3056509" y="0"/>
                  </a:lnTo>
                  <a:cubicBezTo>
                    <a:pt x="3061208" y="0"/>
                    <a:pt x="3065018" y="3810"/>
                    <a:pt x="3065018" y="8509"/>
                  </a:cubicBezTo>
                  <a:lnTo>
                    <a:pt x="3065018" y="1032637"/>
                  </a:lnTo>
                  <a:cubicBezTo>
                    <a:pt x="3065018" y="1037336"/>
                    <a:pt x="3061208" y="1041146"/>
                    <a:pt x="30565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3056509" y="1024128"/>
                  </a:lnTo>
                  <a:lnTo>
                    <a:pt x="3056509" y="1032637"/>
                  </a:lnTo>
                  <a:lnTo>
                    <a:pt x="3048000" y="1032637"/>
                  </a:lnTo>
                  <a:lnTo>
                    <a:pt x="3048000" y="8509"/>
                  </a:lnTo>
                  <a:lnTo>
                    <a:pt x="3056509" y="8509"/>
                  </a:lnTo>
                  <a:lnTo>
                    <a:pt x="3056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82496" y="5303520"/>
            <a:ext cx="2286000" cy="768096"/>
            <a:chOff x="0" y="0"/>
            <a:chExt cx="304800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1" r="0" b="-799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048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Phone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3949446" y="5668518"/>
            <a:ext cx="367284" cy="38100"/>
            <a:chOff x="0" y="0"/>
            <a:chExt cx="489712" cy="50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25400" y="0"/>
              <a:ext cx="438912" cy="50800"/>
            </a:xfrm>
            <a:custGeom>
              <a:avLst/>
              <a:gdLst/>
              <a:ahLst/>
              <a:cxnLst/>
              <a:rect r="r" b="b" t="t" l="l"/>
              <a:pathLst>
                <a:path h="508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A72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291327" y="5297167"/>
            <a:ext cx="2298697" cy="780793"/>
            <a:chOff x="0" y="0"/>
            <a:chExt cx="3064929" cy="104105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8509" y="8509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283593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0650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3065018">
                  <a:moveTo>
                    <a:pt x="8509" y="0"/>
                  </a:moveTo>
                  <a:lnTo>
                    <a:pt x="3056509" y="0"/>
                  </a:lnTo>
                  <a:cubicBezTo>
                    <a:pt x="3061208" y="0"/>
                    <a:pt x="3065018" y="3810"/>
                    <a:pt x="3065018" y="8509"/>
                  </a:cubicBezTo>
                  <a:lnTo>
                    <a:pt x="3065018" y="1032637"/>
                  </a:lnTo>
                  <a:cubicBezTo>
                    <a:pt x="3065018" y="1037336"/>
                    <a:pt x="3061208" y="1041146"/>
                    <a:pt x="30565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3056509" y="1024128"/>
                  </a:lnTo>
                  <a:lnTo>
                    <a:pt x="3056509" y="1032637"/>
                  </a:lnTo>
                  <a:lnTo>
                    <a:pt x="3048000" y="1032637"/>
                  </a:lnTo>
                  <a:lnTo>
                    <a:pt x="3048000" y="8509"/>
                  </a:lnTo>
                  <a:lnTo>
                    <a:pt x="3056509" y="8509"/>
                  </a:lnTo>
                  <a:lnTo>
                    <a:pt x="3056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4297680" y="5303520"/>
            <a:ext cx="2286000" cy="768096"/>
            <a:chOff x="0" y="0"/>
            <a:chExt cx="3048000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1" r="0" b="-799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048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📡 HC-05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Bluetooth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564630" y="5668518"/>
            <a:ext cx="367284" cy="38100"/>
            <a:chOff x="0" y="0"/>
            <a:chExt cx="489712" cy="50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25400" y="0"/>
              <a:ext cx="438912" cy="50800"/>
            </a:xfrm>
            <a:custGeom>
              <a:avLst/>
              <a:gdLst/>
              <a:ahLst/>
              <a:cxnLst/>
              <a:rect r="r" b="b" t="t" l="l"/>
              <a:pathLst>
                <a:path h="508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A72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906511" y="5297167"/>
            <a:ext cx="2298697" cy="780793"/>
            <a:chOff x="0" y="0"/>
            <a:chExt cx="3064929" cy="104105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8509" y="8509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1579B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0650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3065018">
                  <a:moveTo>
                    <a:pt x="8509" y="0"/>
                  </a:moveTo>
                  <a:lnTo>
                    <a:pt x="3056509" y="0"/>
                  </a:lnTo>
                  <a:cubicBezTo>
                    <a:pt x="3061208" y="0"/>
                    <a:pt x="3065018" y="3810"/>
                    <a:pt x="3065018" y="8509"/>
                  </a:cubicBezTo>
                  <a:lnTo>
                    <a:pt x="3065018" y="1032637"/>
                  </a:lnTo>
                  <a:cubicBezTo>
                    <a:pt x="3065018" y="1037336"/>
                    <a:pt x="3061208" y="1041146"/>
                    <a:pt x="30565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3056509" y="1024128"/>
                  </a:lnTo>
                  <a:lnTo>
                    <a:pt x="3056509" y="1032637"/>
                  </a:lnTo>
                  <a:lnTo>
                    <a:pt x="3048000" y="1032637"/>
                  </a:lnTo>
                  <a:lnTo>
                    <a:pt x="3048000" y="8509"/>
                  </a:lnTo>
                  <a:lnTo>
                    <a:pt x="3056509" y="8509"/>
                  </a:lnTo>
                  <a:lnTo>
                    <a:pt x="3056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6912864" y="5303520"/>
            <a:ext cx="2286000" cy="768096"/>
            <a:chOff x="0" y="0"/>
            <a:chExt cx="3048000" cy="102412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1" r="0" b="-799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048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🔌 UART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D2 / D8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179814" y="5668518"/>
            <a:ext cx="367284" cy="38100"/>
            <a:chOff x="0" y="0"/>
            <a:chExt cx="489712" cy="50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25400" y="0"/>
              <a:ext cx="438912" cy="50800"/>
            </a:xfrm>
            <a:custGeom>
              <a:avLst/>
              <a:gdLst/>
              <a:ahLst/>
              <a:cxnLst/>
              <a:rect r="r" b="b" t="t" l="l"/>
              <a:pathLst>
                <a:path h="508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A72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21695" y="5297167"/>
            <a:ext cx="2298697" cy="780793"/>
            <a:chOff x="0" y="0"/>
            <a:chExt cx="3064929" cy="104105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0D47A1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0650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3065018">
                  <a:moveTo>
                    <a:pt x="8509" y="0"/>
                  </a:moveTo>
                  <a:lnTo>
                    <a:pt x="3056509" y="0"/>
                  </a:lnTo>
                  <a:cubicBezTo>
                    <a:pt x="3061208" y="0"/>
                    <a:pt x="3065018" y="3810"/>
                    <a:pt x="3065018" y="8509"/>
                  </a:cubicBezTo>
                  <a:lnTo>
                    <a:pt x="3065018" y="1032637"/>
                  </a:lnTo>
                  <a:cubicBezTo>
                    <a:pt x="3065018" y="1037336"/>
                    <a:pt x="3061208" y="1041146"/>
                    <a:pt x="30565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3056509" y="1024128"/>
                  </a:lnTo>
                  <a:lnTo>
                    <a:pt x="3056509" y="1032637"/>
                  </a:lnTo>
                  <a:lnTo>
                    <a:pt x="3048000" y="1032637"/>
                  </a:lnTo>
                  <a:lnTo>
                    <a:pt x="3048000" y="8509"/>
                  </a:lnTo>
                  <a:lnTo>
                    <a:pt x="3056509" y="8509"/>
                  </a:lnTo>
                  <a:lnTo>
                    <a:pt x="3056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28048" y="5303520"/>
            <a:ext cx="2286000" cy="768096"/>
            <a:chOff x="0" y="0"/>
            <a:chExt cx="3048000" cy="102412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1" r="0" b="-799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3048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🔧 STM32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F401RE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794998" y="5668518"/>
            <a:ext cx="367284" cy="38100"/>
            <a:chOff x="0" y="0"/>
            <a:chExt cx="489712" cy="50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25400" y="0"/>
              <a:ext cx="438912" cy="50800"/>
            </a:xfrm>
            <a:custGeom>
              <a:avLst/>
              <a:gdLst/>
              <a:ahLst/>
              <a:cxnLst/>
              <a:rect r="r" b="b" t="t" l="l"/>
              <a:pathLst>
                <a:path h="508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A726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2136879" y="5297167"/>
            <a:ext cx="2298697" cy="780793"/>
            <a:chOff x="0" y="0"/>
            <a:chExt cx="3064929" cy="104105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8509" y="8509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E2723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650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3065018">
                  <a:moveTo>
                    <a:pt x="8509" y="0"/>
                  </a:moveTo>
                  <a:lnTo>
                    <a:pt x="3056509" y="0"/>
                  </a:lnTo>
                  <a:cubicBezTo>
                    <a:pt x="3061208" y="0"/>
                    <a:pt x="3065018" y="3810"/>
                    <a:pt x="3065018" y="8509"/>
                  </a:cubicBezTo>
                  <a:lnTo>
                    <a:pt x="3065018" y="1032637"/>
                  </a:lnTo>
                  <a:cubicBezTo>
                    <a:pt x="3065018" y="1037336"/>
                    <a:pt x="3061208" y="1041146"/>
                    <a:pt x="30565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3056509" y="1024128"/>
                  </a:lnTo>
                  <a:lnTo>
                    <a:pt x="3056509" y="1032637"/>
                  </a:lnTo>
                  <a:lnTo>
                    <a:pt x="3048000" y="1032637"/>
                  </a:lnTo>
                  <a:lnTo>
                    <a:pt x="3048000" y="8509"/>
                  </a:lnTo>
                  <a:lnTo>
                    <a:pt x="3056509" y="8509"/>
                  </a:lnTo>
                  <a:lnTo>
                    <a:pt x="3056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143232" y="5303520"/>
            <a:ext cx="2286000" cy="768096"/>
            <a:chOff x="0" y="0"/>
            <a:chExt cx="3048000" cy="102412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1" r="0" b="-7991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3048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L298N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Driver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410182" y="5668518"/>
            <a:ext cx="367284" cy="38100"/>
            <a:chOff x="0" y="0"/>
            <a:chExt cx="489712" cy="508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25400" y="0"/>
              <a:ext cx="438912" cy="50800"/>
            </a:xfrm>
            <a:custGeom>
              <a:avLst/>
              <a:gdLst/>
              <a:ahLst/>
              <a:cxnLst/>
              <a:rect r="r" b="b" t="t" l="l"/>
              <a:pathLst>
                <a:path h="5080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A726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752063" y="5297167"/>
            <a:ext cx="2298697" cy="780793"/>
            <a:chOff x="0" y="0"/>
            <a:chExt cx="3064929" cy="1041057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8509" y="8509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5E20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065018" cy="1041146"/>
            </a:xfrm>
            <a:custGeom>
              <a:avLst/>
              <a:gdLst/>
              <a:ahLst/>
              <a:cxnLst/>
              <a:rect r="r" b="b" t="t" l="l"/>
              <a:pathLst>
                <a:path h="1041146" w="3065018">
                  <a:moveTo>
                    <a:pt x="8509" y="0"/>
                  </a:moveTo>
                  <a:lnTo>
                    <a:pt x="3056509" y="0"/>
                  </a:lnTo>
                  <a:cubicBezTo>
                    <a:pt x="3061208" y="0"/>
                    <a:pt x="3065018" y="3810"/>
                    <a:pt x="3065018" y="8509"/>
                  </a:cubicBezTo>
                  <a:lnTo>
                    <a:pt x="3065018" y="1032637"/>
                  </a:lnTo>
                  <a:cubicBezTo>
                    <a:pt x="3065018" y="1037336"/>
                    <a:pt x="3061208" y="1041146"/>
                    <a:pt x="3056509" y="1041146"/>
                  </a:cubicBezTo>
                  <a:lnTo>
                    <a:pt x="8509" y="1041146"/>
                  </a:lnTo>
                  <a:cubicBezTo>
                    <a:pt x="3810" y="1041146"/>
                    <a:pt x="0" y="1037336"/>
                    <a:pt x="0" y="103263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32637"/>
                  </a:lnTo>
                  <a:lnTo>
                    <a:pt x="8509" y="1032637"/>
                  </a:lnTo>
                  <a:lnTo>
                    <a:pt x="8509" y="1024128"/>
                  </a:lnTo>
                  <a:lnTo>
                    <a:pt x="3056509" y="1024128"/>
                  </a:lnTo>
                  <a:lnTo>
                    <a:pt x="3056509" y="1032637"/>
                  </a:lnTo>
                  <a:lnTo>
                    <a:pt x="3048000" y="1032637"/>
                  </a:lnTo>
                  <a:lnTo>
                    <a:pt x="3048000" y="8509"/>
                  </a:lnTo>
                  <a:lnTo>
                    <a:pt x="3056509" y="8509"/>
                  </a:lnTo>
                  <a:lnTo>
                    <a:pt x="30565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4758416" y="5303520"/>
            <a:ext cx="2286000" cy="768096"/>
            <a:chOff x="0" y="0"/>
            <a:chExt cx="3048000" cy="102412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048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1" r="0" b="-799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30480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🚗 4× DC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Motors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274320" y="6364224"/>
            <a:ext cx="17739360" cy="512064"/>
            <a:chOff x="0" y="0"/>
            <a:chExt cx="23652480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3652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017" r="0" b="-62501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3652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E3F2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Pin Mapping Reference</a:t>
              </a:r>
            </a:p>
          </p:txBody>
        </p:sp>
      </p:grpSp>
      <p:graphicFrame>
        <p:nvGraphicFramePr>
          <p:cNvPr name="Table 123" id="123"/>
          <p:cNvGraphicFramePr>
            <a:graphicFrameLocks noGrp="true"/>
          </p:cNvGraphicFramePr>
          <p:nvPr/>
        </p:nvGraphicFramePr>
        <p:xfrm>
          <a:off x="1051560" y="6876288"/>
          <a:ext cx="15849600" cy="3273425"/>
        </p:xfrm>
        <a:graphic>
          <a:graphicData uri="http://schemas.openxmlformats.org/drawingml/2006/table">
            <a:tbl>
              <a:tblPr/>
              <a:tblGrid>
                <a:gridCol w="2010022"/>
                <a:gridCol w="2822051"/>
                <a:gridCol w="2641600"/>
                <a:gridCol w="2190473"/>
                <a:gridCol w="3092727"/>
                <a:gridCol w="3092727"/>
              </a:tblGrid>
              <a:tr h="46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STM32 Pin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→ Connected To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Function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STM32 Pin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→ Connected To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Function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6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D2  (RX)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CE93D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HC-05 TXD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BT Serial Receive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D11  (ENA~)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80DEE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ENA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PWM Left Speed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6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D8  (TX)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CE93D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HC-05 RXD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BT Serial Transmit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D12  (ENB~)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80DEE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ENB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PWM Right Speed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6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D3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FCC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IN1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Left Motor Dir A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5V  (out)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FAB9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VCC + HC-05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Logic Power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6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D4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FCC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IN2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Left Motor Dir B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GND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90A4A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All GNDs (shared)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Common Reference 0V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6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D5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FCC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IN3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Right Motor Dir A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12V External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F9A9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VM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Motor Power Supply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6763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D6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FFCC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L298N IN4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Right Motor Dir B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E3F2F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OUT1–4 (L298N)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81C78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4× DC Motors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B0BEC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Motor Terminals</a:t>
                      </a:r>
                      <a:endParaRPr lang="en-US" sz="1100"/>
                    </a:p>
                  </a:txBody>
                  <a:tcPr marL="38100" marR="38100" marT="38100" marB="38100" anchor="t">
                    <a:lnL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2632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name="Freeform 124" id="124"/>
          <p:cNvSpPr/>
          <p:nvPr/>
        </p:nvSpPr>
        <p:spPr>
          <a:xfrm flipH="false" flipV="false" rot="0">
            <a:off x="15083842" y="52962"/>
            <a:ext cx="3069665" cy="863343"/>
          </a:xfrm>
          <a:custGeom>
            <a:avLst/>
            <a:gdLst/>
            <a:ahLst/>
            <a:cxnLst/>
            <a:rect r="r" b="b" t="t" l="l"/>
            <a:pathLst>
              <a:path h="863343" w="3069665">
                <a:moveTo>
                  <a:pt x="0" y="0"/>
                </a:moveTo>
                <a:lnTo>
                  <a:pt x="3069665" y="0"/>
                </a:lnTo>
                <a:lnTo>
                  <a:pt x="3069665" y="863343"/>
                </a:lnTo>
                <a:lnTo>
                  <a:pt x="0" y="863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51143" y="5595918"/>
            <a:ext cx="5477173" cy="254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818" indent="-264409" lvl="1">
              <a:lnSpc>
                <a:spcPts val="3429"/>
              </a:lnSpc>
              <a:buFont typeface="Arial"/>
              <a:buChar char="•"/>
            </a:pPr>
            <a:r>
              <a:rPr lang="en-US" b="true" sz="2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CS200558 - Duong Van Hoa</a:t>
            </a:r>
          </a:p>
          <a:p>
            <a:pPr algn="l" marL="528818" indent="-264409" lvl="1">
              <a:lnSpc>
                <a:spcPts val="3429"/>
              </a:lnSpc>
              <a:buFont typeface="Arial"/>
              <a:buChar char="•"/>
            </a:pPr>
            <a:r>
              <a:rPr lang="en-US" b="true" sz="2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CE200171 - Nguyen Nhu Van Anh</a:t>
            </a:r>
          </a:p>
          <a:p>
            <a:pPr algn="l" marL="528818" indent="-264409" lvl="1">
              <a:lnSpc>
                <a:spcPts val="3429"/>
              </a:lnSpc>
              <a:buFont typeface="Arial"/>
              <a:buChar char="•"/>
            </a:pPr>
            <a:r>
              <a:rPr lang="en-US" b="true" sz="2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CE200046 - Nguyen Gia Thuan</a:t>
            </a:r>
          </a:p>
          <a:p>
            <a:pPr algn="l" marL="528818" indent="-264409" lvl="1">
              <a:lnSpc>
                <a:spcPts val="3429"/>
              </a:lnSpc>
              <a:buFont typeface="Arial"/>
              <a:buChar char="•"/>
            </a:pPr>
            <a:r>
              <a:rPr lang="en-US" b="true" sz="2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CE200736 - Nguyen Quoc Kiet </a:t>
            </a:r>
          </a:p>
          <a:p>
            <a:pPr algn="l" marL="528818" indent="-264409" lvl="1">
              <a:lnSpc>
                <a:spcPts val="3429"/>
              </a:lnSpc>
              <a:buFont typeface="Arial"/>
              <a:buChar char="•"/>
            </a:pPr>
            <a:r>
              <a:rPr lang="en-US" b="true" sz="244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CE200509 - Le Hieu Dat</a:t>
            </a:r>
          </a:p>
          <a:p>
            <a:pPr algn="l">
              <a:lnSpc>
                <a:spcPts val="342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917792" y="4073037"/>
            <a:ext cx="8991012" cy="107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23"/>
              </a:lnSpc>
            </a:pPr>
            <a:r>
              <a:rPr lang="en-US" sz="623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24724" y="8086404"/>
            <a:ext cx="4915198" cy="53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3"/>
              </a:lnSpc>
            </a:pPr>
            <a:r>
              <a:rPr lang="en-US" sz="311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Mentor: Tran Ngoc Hoang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699711" y="132757"/>
            <a:ext cx="4229944" cy="1189672"/>
          </a:xfrm>
          <a:custGeom>
            <a:avLst/>
            <a:gdLst/>
            <a:ahLst/>
            <a:cxnLst/>
            <a:rect r="r" b="b" t="t" l="l"/>
            <a:pathLst>
              <a:path h="1189672" w="4229944">
                <a:moveTo>
                  <a:pt x="0" y="0"/>
                </a:moveTo>
                <a:lnTo>
                  <a:pt x="4229944" y="0"/>
                </a:lnTo>
                <a:lnTo>
                  <a:pt x="4229944" y="1189672"/>
                </a:lnTo>
                <a:lnTo>
                  <a:pt x="0" y="1189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12309" y="2144543"/>
            <a:ext cx="586338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E651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DAHKvgCtssI</dc:identifier>
  <dcterms:modified xsi:type="dcterms:W3CDTF">2011-08-01T06:04:30Z</dcterms:modified>
  <cp:revision>1</cp:revision>
  <dc:title>STM32_Car_Control_Assignment_Active_Learning_4_Group4_Submit</dc:title>
</cp:coreProperties>
</file>